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00.054"/>
    </inkml:context>
    <inkml:brush xml:id="br0">
      <inkml:brushProperty name="width" value="0.05" units="cm"/>
      <inkml:brushProperty name="height" value="0.05" units="cm"/>
    </inkml:brush>
  </inkml:definitions>
  <inkml:trace contextRef="#ctx0" brushRef="#br0">0 6 24575,'83'-2'0,"-44"-1"0,0 3 0,56 6 0,-95-6 0,0 0 0,1 0 0,-1-1 0,0 1 0,0 0 0,0 0 0,1 0 0,-1 0 0,0 0 0,0 0 0,1 0 0,-1 0 0,0 1 0,0-1 0,1 0 0,-1 0 0,0 0 0,0 0 0,0 0 0,1 0 0,-1 0 0,0 0 0,0 1 0,0-1 0,1 0 0,-1 0 0,0 0 0,0 0 0,0 1 0,0-1 0,0 0 0,1 0 0,-1 0 0,0 1 0,0-1 0,0 0 0,0 0 0,0 1 0,0-1 0,0 0 0,0 0 0,0 0 0,0 1 0,0-1 0,0 0 0,0 0 0,0 1 0,0-1 0,0 0 0,0 0 0,0 1 0,-14 11 0,-21 6 0,34-17 0,-6 3 0,0 1 0,0 0 0,0 0 0,1 1 0,0 0 0,0 0 0,0 0 0,1 1 0,0 0 0,0 0 0,0 0 0,1 0 0,0 1 0,1 0 0,0 0 0,0 0 0,-2 12 0,3-14 0,0 0 0,1 0 0,0 0 0,0 0 0,1 0 0,0 0 0,0 0 0,0 0 0,1 0 0,-1 0 0,1 0 0,1 0 0,-1 0 0,1 0 0,0-1 0,1 1 0,-1 0 0,1-1 0,0 0 0,0 0 0,1 0 0,0 0 0,0 0 0,0-1 0,6 5 0,5 0-1365,-1-3-5461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18.329"/>
    </inkml:context>
    <inkml:brush xml:id="br0">
      <inkml:brushProperty name="width" value="0.05" units="cm"/>
      <inkml:brushProperty name="height" value="0.05" units="cm"/>
    </inkml:brush>
  </inkml:definitions>
  <inkml:trace contextRef="#ctx0" brushRef="#br0">214 2 24575,'-9'-1'0,"1"1"0,0 0 0,0 1 0,0 0 0,0 0 0,0 1 0,0 0 0,1 0 0,-1 1 0,0 0 0,1 0 0,0 0 0,0 1 0,0 1 0,0-1 0,0 1 0,1 0 0,0 1 0,0-1 0,1 1 0,-1 0 0,1 1 0,1-1 0,-1 1 0,1 0 0,0 0 0,-5 14 0,4-7 0,0-1 0,2 1 0,-1 0 0,2 0 0,0 0 0,-1 17 0,3-28 0,1 0 0,-1 1 0,0-1 0,1 0 0,0 0 0,0 0 0,0 0 0,0 0 0,0 0 0,1 0 0,-1 0 0,1 0 0,0 0 0,0-1 0,0 1 0,0-1 0,0 1 0,1-1 0,-1 0 0,1 0 0,-1 0 0,1 0 0,0-1 0,0 1 0,0-1 0,0 1 0,0-1 0,0 0 0,0 0 0,0 0 0,0-1 0,7 1 0,-4 1 0,0-1 0,1-1 0,-1 1 0,0-1 0,1 0 0,-1 0 0,1-1 0,-1 0 0,0 0 0,0 0 0,12-5 0,-14 4 0,0 0 0,-1 0 0,0-1 0,1 0 0,-1 1 0,0-1 0,-1 0 0,1-1 0,0 1 0,-1 0 0,0-1 0,1 1 0,-1-1 0,-1 0 0,1 0 0,-1 0 0,1 0 0,-1 0 0,1-5 0,1-9 0,-1 0 0,-1 0 0,-1-32 0,-1 83 0,0-18 0,1-1 0,0 1 0,3 22 0,-2-32 0,0-1 0,0 1 0,1-1 0,-1 0 0,1 1 0,0-1 0,0 0 0,1 0 0,-1 0 0,1 0 0,-1-1 0,1 1 0,0-1 0,1 0 0,-1 1 0,6 3 0,29 17-1365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19.718"/>
    </inkml:context>
    <inkml:brush xml:id="br0">
      <inkml:brushProperty name="width" value="0.05" units="cm"/>
      <inkml:brushProperty name="height" value="0.05" units="cm"/>
    </inkml:brush>
  </inkml:definitions>
  <inkml:trace contextRef="#ctx0" brushRef="#br0">1 1 24575,'1'8'0,"2"1"0,-1-1 0,1 1 0,1-1 0,-1 0 0,1 0 0,1 0 0,0-1 0,0 0 0,0 0 0,1 0 0,7 7 0,9 13 0,61 59 0,-72-76 0,0 0 0,1-1 0,0-1 0,1 0 0,0-1 0,0 0 0,1 0 0,19 5 0,4 4 0,95 31 0,-104-39 0,-6 2 0,-19-8 0,1 0 0,-1-1 0,1 1 0,0-1 0,-1 1 0,1-1 0,0 0 0,7 0 0,-10-1-24,-1 0 0,0 0-1,0 0 1,1 0-1,-1 0 1,0 0 0,0 0-1,1 0 1,-1-1-1,0 1 1,0 0 0,1 0-1,-1 0 1,0 0 0,0 0-1,0-1 1,1 1-1,-1 0 1,0 0 0,0 0-1,0-1 1,0 1 0,0 0-1,0 0 1,1-1-1,-1 1 1,0 0 0,0 0-1,0-1 1,0 1-1,0 0 1,0 0 0,0-1-1,0 1 1,0 0 0,0 0-1,0-1 1,0 1-1,0 0 1,0 0 0,0-1-1,0 1 1,0 0 0,-1 0-1,1-1 1,0 1-1,0 0 1,0 0 0,0-1-1,0 1 1,-1 0-1,1 0 1,0 0 0,0 0-1,-1-1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21.410"/>
    </inkml:context>
    <inkml:brush xml:id="br0">
      <inkml:brushProperty name="width" value="0.05" units="cm"/>
      <inkml:brushProperty name="height" value="0.05" units="cm"/>
    </inkml:brush>
  </inkml:definitions>
  <inkml:trace contextRef="#ctx0" brushRef="#br0">448 0 24575,'-2'5'0,"0"1"0,-1-1 0,1 0 0,-1-1 0,0 1 0,0 0 0,0-1 0,-8 9 0,-4 6 0,-10 31 0,22-42 0,-1 0 0,1 0 0,-2 0 0,1 0 0,-1-1 0,0 1 0,0-1 0,-1-1 0,-12 12 0,9-11 0,1 1 0,0 0 0,1 0 0,0 1 0,0-1 0,-6 12 0,6-9 0,-1-1 0,0 1 0,0-1 0,-12 10 0,-54 36 0,48-38 0,0 2 0,-23 23 0,26-28-1365,14-14-5461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24.011"/>
    </inkml:context>
    <inkml:brush xml:id="br0">
      <inkml:brushProperty name="width" value="0.05" units="cm"/>
      <inkml:brushProperty name="height" value="0.05" units="cm"/>
    </inkml:brush>
  </inkml:definitions>
  <inkml:trace contextRef="#ctx0" brushRef="#br0">46 0 24575,'-1'3'0,"0"0"0,0-1 0,0 1 0,0 0 0,0-1 0,-1 1 0,1-1 0,-1 1 0,0-1 0,0 0 0,-3 4 0,-11 17 0,14-19 0,1 1 0,-1 0 0,1 0 0,0 0 0,0 0 0,0 0 0,1 0 0,0 1 0,0-1 0,0 0 0,1 0 0,-1 0 0,1 0 0,1 0 0,-1 0 0,1 0 0,-1 0 0,1 0 0,1-1 0,-1 1 0,1-1 0,0 0 0,0 1 0,0-1 0,0 0 0,1-1 0,-1 1 0,1-1 0,0 1 0,0-1 0,1 0 0,-1-1 0,0 1 0,1-1 0,0 0 0,0 0 0,-1 0 0,1-1 0,0 1 0,0-1 0,0-1 0,1 1 0,-1-1 0,0 1 0,0-1 0,0-1 0,0 1 0,0-1 0,0 0 0,0 0 0,8-3 0,-5 0-80,-1-1 0,0 0-1,0 0 1,0-1 0,0 0-1,-1 0 1,0 0 0,0-1-1,-1 0 1,0 0 0,0-1 0,0 1-1,-1-1 1,0 0 0,-1 0-1,3-11 1,-2 2-6746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25.069"/>
    </inkml:context>
    <inkml:brush xml:id="br0">
      <inkml:brushProperty name="width" value="0.05" units="cm"/>
      <inkml:brushProperty name="height" value="0.05" units="cm"/>
    </inkml:brush>
  </inkml:definitions>
  <inkml:trace contextRef="#ctx0" brushRef="#br0">0 0 24575,'0'4'0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26.006"/>
    </inkml:context>
    <inkml:brush xml:id="br0">
      <inkml:brushProperty name="width" value="0.05" units="cm"/>
      <inkml:brushProperty name="height" value="0.05" units="cm"/>
    </inkml:brush>
  </inkml:definitions>
  <inkml:trace contextRef="#ctx0" brushRef="#br0">20 0 24575,'-4'0'0,"-2"4"0,1 6 0,1 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28.784"/>
    </inkml:context>
    <inkml:brush xml:id="br0">
      <inkml:brushProperty name="width" value="0.05" units="cm"/>
      <inkml:brushProperty name="height" value="0.05" units="cm"/>
    </inkml:brush>
  </inkml:definitions>
  <inkml:trace contextRef="#ctx0" brushRef="#br0">1 2 24575,'34'-1'0,"39"2"0,-73-1 0,1 1 0,-1-1 0,1 0 0,-1 0 0,0 0 0,0 0 0,1 0 0,-1 1 0,0-1 0,1 0 0,-1 0 0,0 1 0,0-1 0,1 0 0,-1 1 0,0-1 0,0 0 0,1 0 0,-1 1 0,0-1 0,0 0 0,0 1 0,0-1 0,0 0 0,0 1 0,0-1 0,1 1 0,-1-1 0,0 0 0,0 1 0,0-1 0,0 0 0,-1 1 0,1-1 0,0 0 0,0 1 0,0-1 0,0 1 0,0-1 0,0 0 0,0 1 0,-1-1 0,1 0 0,0 0 0,0 1 0,0-1 0,-1 0 0,1 1 0,0-1 0,-1 0 0,1 0 0,0 0 0,0 1 0,-1-1 0,1 0 0,-25 28 0,8-9 0,10-9 20,1 0 0,0 1 0,0 0 0,2 1 0,-8 20 0,12-30-56,-1 0 0,1 0-1,-1 1 1,1-1 0,0 0 0,-1 0-1,1 0 1,0 0 0,0 1 0,1-1 0,-1 0-1,0 0 1,1 0 0,0 0 0,-1 0-1,1 0 1,0 0 0,0 0 0,0 0 0,0 0-1,0 0 1,0-1 0,1 1 0,-1 0 0,1-1-1,-1 1 1,1-1 0,0 1 0,-1-1-1,1 0 1,0 0 0,0 0 0,0 0 0,0 0-1,0 0 1,0 0 0,0-1 0,0 1-1,0-1 1,3 1 0,13 2-6790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31.944"/>
    </inkml:context>
    <inkml:brush xml:id="br0">
      <inkml:brushProperty name="width" value="0.05" units="cm"/>
      <inkml:brushProperty name="height" value="0.05" units="cm"/>
    </inkml:brush>
  </inkml:definitions>
  <inkml:trace contextRef="#ctx0" brushRef="#br0">1 41 24575,'4'126'0,"3"-140"0,0 1 0,2 0 0,-1 0 0,1 1 0,1 0 0,0 1 0,1 0 0,0 1 0,1 0 0,0 0 0,0 2 0,26-15 0,-36 22 0,0 0 0,0 0 0,0 0 0,1 1 0,-1-1 0,0 1 0,1-1 0,-1 1 0,0 0 0,1 0 0,-1 0 0,0 0 0,1 0 0,-1 0 0,0 1 0,1-1 0,-1 1 0,0 0 0,1 0 0,-1-1 0,0 2 0,0-1 0,0 0 0,0 0 0,0 1 0,0-1 0,0 1 0,-1-1 0,1 1 0,0 0 0,-1-1 0,1 1 0,-1 0 0,0 0 0,0 0 0,2 5 0,4 7 0,0 2 0,-1-1 0,-1 1 0,5 20 0,-6-18 0,7 33-1365,-10-42-5461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43.360"/>
    </inkml:context>
    <inkml:brush xml:id="br0">
      <inkml:brushProperty name="width" value="0.05" units="cm"/>
      <inkml:brushProperty name="height" value="0.05" units="cm"/>
    </inkml:brush>
  </inkml:definitions>
  <inkml:trace contextRef="#ctx0" brushRef="#br0">0 1 24575,'1'4'0,"0"1"0,0 0 0,0-1 0,1 1 0,0-1 0,-1 1 0,2-1 0,-1 0 0,0 0 0,1 0 0,0 0 0,0 0 0,0-1 0,0 1 0,0-1 0,1 0 0,0 0 0,-1 0 0,1 0 0,0-1 0,1 1 0,-1-1 0,7 2 0,2 2 0,0 0 0,0-2 0,1 0 0,-1 0 0,1-1 0,26 2 0,21-5 0,-84 0 0,12 0 0,1 0 0,0 0 0,-1 1 0,-17 4 0,24-4 0,0 0 0,1 0 0,-1 1 0,0 0 0,1-1 0,-1 2 0,1-1 0,0 0 0,-1 1 0,1-1 0,0 1 0,1 0 0,-1 0 0,0 0 0,1 0 0,0 1 0,-3 4 0,0 0 0,1 1 0,0 0 0,1 0 0,0 0 0,0 1 0,1-1 0,-2 18 0,3-24 0,1 0 0,0-1 0,0 1 0,0 0 0,1-1 0,-1 1 0,1 0 0,-1-1 0,1 1 0,0 0 0,0-1 0,0 1 0,0-1 0,0 0 0,1 1 0,-1-1 0,1 0 0,0 0 0,-1 0 0,1 0 0,0 0 0,0 0 0,0 0 0,1-1 0,-1 1 0,0-1 0,1 1 0,-1-1 0,0 0 0,1 0 0,0 0 0,2 0 0,53 14-1365,-42-10-5461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47.152"/>
    </inkml:context>
    <inkml:brush xml:id="br0">
      <inkml:brushProperty name="width" value="0.05" units="cm"/>
      <inkml:brushProperty name="height" value="0.05" units="cm"/>
    </inkml:brush>
  </inkml:definitions>
  <inkml:trace contextRef="#ctx0" brushRef="#br0">215 3 24575,'-34'-1'0,"20"0"0,-1 1 0,1 0 0,0 1 0,-17 3 0,27-3 0,0 0 0,0 0 0,1 0 0,-1 1 0,0 0 0,1-1 0,0 1 0,-1 0 0,1 1 0,0-1 0,0 0 0,0 1 0,0 0 0,1 0 0,-1 0 0,1 0 0,0 0 0,-1 0 0,-2 8 0,-1 2 0,2 1 0,-1 0 0,2 0 0,-1 0 0,2 0 0,0 0 0,0 26 0,2-36 0,1 0 0,-1 0 0,0-1 0,1 1 0,0 0 0,0 0 0,0-1 0,1 1 0,-1 0 0,1-1 0,0 0 0,-1 1 0,2-1 0,3 5 0,-4-6 0,0 0 0,1-1 0,-1 1 0,1-1 0,0 1 0,-1-1 0,1 0 0,0 0 0,0 0 0,0-1 0,0 1 0,0-1 0,0 1 0,0-1 0,-1 0 0,1 0 0,0 0 0,0-1 0,0 1 0,0-1 0,5-1 0,-3 1 0,0-1 0,0 0 0,0 1 0,0-2 0,-1 1 0,1 0 0,-1-1 0,0 0 0,0 0 0,0 0 0,0-1 0,0 0 0,-1 1 0,5-7 0,0-1 0,-1-1 0,-1 0 0,1 0 0,4-14 0,-11 25 0,0 0 0,0 1 0,0-1 0,0 1 0,0-1 0,0 0 0,0 1 0,0-1 0,1 0 0,-1 1 0,0-1 0,0 1 0,1-1 0,-1 1 0,0-1 0,1 1 0,-1-1 0,1 1 0,-1-1 0,1 1 0,-1-1 0,1 1 0,-1 0 0,1-1 0,-1 1 0,1 0 0,-1-1 0,1 1 0,0 0 0,-1 0 0,2-1 0,4 21 0,-4 39 0,-2-57 0,0 8 0,1 0 0,-1 0 0,1 0 0,1-1 0,0 1 0,0 0 0,1-1 0,5 11 0,-7-17 0,1 1 0,0-1 0,0 1 0,1-1 0,-1 0 0,1 0 0,-1 0 0,1 0 0,0 0 0,0-1 0,0 1 0,0-1 0,1 0 0,-1 0 0,1 0 0,-1 0 0,1-1 0,0 1 0,0-1 0,-1 0 0,1 0 0,7 0 0,10 1-1365,0-2-5461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4:57.278"/>
    </inkml:context>
    <inkml:brush xml:id="br0">
      <inkml:brushProperty name="width" value="0.05" units="cm"/>
      <inkml:brushProperty name="height" value="0.05" units="cm"/>
    </inkml:brush>
  </inkml:definitions>
  <inkml:trace contextRef="#ctx0" brushRef="#br0">66 46 24575,'-1'0'0,"0"0"0,1 0 0,-1 0 0,0 0 0,1 1 0,-1-1 0,0 0 0,1 0 0,-1 1 0,1-1 0,-1 0 0,1 1 0,-1-1 0,0 1 0,1-1 0,0 1 0,-1-1 0,1 1 0,-1-1 0,1 1 0,0-1 0,-1 1 0,1 0 0,0-1 0,-1 1 0,1 0 0,0-1 0,0 1 0,0 0 0,0-1 0,0 1 0,0 0 0,0-1 0,0 1 0,0 0 0,0-1 0,0 1 0,0 0 0,0-1 0,0 1 0,1 0 0,-1-1 0,1 2 0,-1-2 0,0 1 0,0-1 0,0 0 0,0 1 0,0-1 0,1 0 0,-1 1 0,0-1 0,0 0 0,0 1 0,1-1 0,-1 0 0,0 1 0,1-1 0,-1 0 0,0 0 0,1 1 0,-1-1 0,0 0 0,1 0 0,-1 0 0,0 0 0,1 1 0,-1-1 0,0 0 0,1 0 0,-1 0 0,1 0 0,-1 0 0,1 0 0,0-1 0,0 1 0,0-1 0,0 1 0,0-1 0,0 0 0,-1 1 0,1-1 0,0 0 0,0 1 0,-1-1 0,1 0 0,0 0 0,-1 0 0,1 1 0,-1-1 0,1 0 0,-1 0 0,1-1 0,-1 1 0,1-1 0,0 1 0,0-1 0,-1 1 0,1-1 0,-1 1 0,1-1 0,-1 1 0,1-1 0,-1 0 0,0 1 0,0-1 0,0 1 0,0-1 0,0 0 0,0 1 0,-1-1 0,1 1 0,0-1 0,-1 0 0,1 1 0,-1-1 0,0 1 0,1 0 0,-1-1 0,0 1 0,0-1 0,0 1 0,0 0 0,0 0 0,0 0 0,0-1 0,-1 1 0,1 0 0,0 0 0,-1 1 0,1-1 0,0 0 0,-1 0 0,1 1 0,-1-1 0,1 1 0,-1-1 0,1 1 0,-1 0 0,-1-1 0,1 1 0,1-1 0,-1 1 0,1-1 0,-1 1 0,1 0 0,-1 0 0,1 0 0,-1 0 0,1 0 0,-1 0 0,0 0 0,1 1 0,-1-1 0,1 0 0,0 1 0,-1-1 0,1 1 0,-1 0 0,1-1 0,0 1 0,-1 0 0,1 0 0,0 0 0,0 0 0,0 0 0,-1 0 0,1 0 0,0 0 0,1 0 0,-1 1 0,0-1 0,0 0 0,0 1 0,1-1 0,-1 0 0,1 1 0,-1-1 0,1 1 0,-1-1 0,1 1 0,0-1 0,0 1 0,0 2 0,0-3-31,0 0 0,1 0 0,-1 1 0,1-1 0,-1 0 0,1 0 0,-1 0 0,1 0 0,0 0 0,0 0 0,-1 0 0,1 0 0,0 0 0,0 0 0,0 0 0,0 0 0,0 0 0,0-1 0,0 1 0,0-1 0,0 1 0,1 0 0,-1-1 0,0 0-1,0 1 1,0-1 0,1 0 0,-1 0 0,0 1 0,0-1 0,1 0 0,-1 0 0,0 0 0,0-1 0,1 1 0,-1 0 0,0 0 0,0-1 0,1 1 0,-1-1 0,0 1 0,0-1 0,2 0 0,7-8-6795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7T12:25:00.695"/>
    </inkml:context>
    <inkml:brush xml:id="br0">
      <inkml:brushProperty name="width" value="0.05" units="cm"/>
      <inkml:brushProperty name="height" value="0.05" units="cm"/>
    </inkml:brush>
  </inkml:definitions>
  <inkml:trace contextRef="#ctx0" brushRef="#br0">27 49 24575,'0'2'0,"0"0"0,0 0 0,1 0 0,-1 0 0,1 0 0,0-1 0,-1 1 0,1 0 0,0 0 0,0 0 0,0-1 0,0 1 0,0 0 0,1-1 0,-1 1 0,1-1 0,-1 1 0,1-1 0,-1 0 0,1 0 0,-1 0 0,1 0 0,0 0 0,0 0 0,0 0 0,0 0 0,-1-1 0,1 1 0,0-1 0,0 1 0,0-1 0,0 0 0,3 0 0,-3 1 0,-1-1 0,1 0 0,-1 0 0,1 0 0,-1 0 0,1 0 0,-1 0 0,1 0 0,-1 0 0,1-1 0,-1 1 0,1-1 0,-1 1 0,0-1 0,1 1 0,-1-1 0,0 0 0,0 1 0,1-1 0,-1 0 0,0 0 0,0 0 0,0 0 0,0 0 0,0-1 0,0 1 0,0 0 0,0 0 0,-1 0 0,1-1 0,0 1 0,-1-1 0,1 1 0,-1 0 0,1-1 0,-1 1 0,0-1 0,0 1 0,1-1 0,-1 1 0,-1-3 0,2 3 0,-1 0 0,0 1 0,0-1 0,0 1 0,0-1 0,0 0 0,0 1 0,0-1 0,-1 1 0,1-1 0,0 1 0,0-1 0,0 0 0,-1 1 0,1-1 0,0 1 0,0-1 0,-1 1 0,1-1 0,0 1 0,-1-1 0,1 1 0,-1 0 0,1-1 0,-1 1 0,1-1 0,-1 1 0,1 0 0,-1 0 0,1-1 0,-1 1 0,1 0 0,-1 0 0,1-1 0,-1 1 0,0 0 0,0 0 0,0 0 0,0 1 0,0 0 0,0-1 0,0 1 0,0-1 0,0 1 0,0 0 0,0 0 0,1-1 0,-1 1 0,0 0 0,1 0 0,-1 0 0,0 0 0,1 0 0,-1 0 0,0 1 0,1-1 0,-1 0 0,1 0 0,-1 0 0,1-1 0,-1 1 0,1 0 0,0 0 0,0 0 0,-1 0 0,1 0 0,0 0 0,0 0 0,0 0 0,0 0 0,0 0 0,0 0 0,0 0 0,0-1 0,0 1 0,1 0 0,-1 0 0,0 0 0,1 0 0,-1 0 0,0 0 0,1 0 0,-1-1 0,1 1 0,0 0 0,-1 0 0,1-1 0,-1 1 0,1 0 0,0-1 0,0 1 0,-1-1 0,1 1 0,0-1 0,0 1 0,0-1 0,0 1 0,-1-1 0,1 0 0,0 0 0,0 1 0,0-1 0,0 0 0,0 0 0,0 0 0,0 0 0,0 0 0,0 0 0,0 0 0,0 0 0,0 0 0,0-1 0,-1 1 0,3-1 0,-2 1 0,0 0 0,1-1 0,-1 1 0,0-1 0,1 1 0,-1-1 0,0 1 0,0-1 0,0 0 0,0 0 0,1 0 0,-1 1 0,0-1 0,0 0 0,0 0 0,-1 0 0,1-1 0,0 1 0,0 0 0,0 0 0,-1 0 0,1-1 0,-1 1 0,1 0 0,-1-1 0,0 1 0,1 0 0,-1-1 0,0 1 0,0 0 0,0-1 0,0 1 0,0-2 0,0 1 0,0 0 0,0 0 0,0 0 0,-1-1 0,1 1 0,-1 0 0,1 0 0,-1 0 0,0 0 0,0 0 0,1 1 0,-1-1 0,-1 0 0,1 0 0,0 0 0,0 1 0,-1-1 0,1 1 0,-1-1 0,1 1 0,-4-2 0,1 1 0,1 0 0,-1 1 0,0 0 0,0 0 0,0 0 0,0 1 0,0-1 0,0 1 0,0 0 0,-1 0 0,1 0 0,0 0 0,0 1 0,0 0 0,0 0 0,0 0 0,0 0 0,1 1 0,-8 3 0,8-4 0,1 0 0,0 1 0,0-1 0,0 1 0,0 0 0,0-1 0,0 1 0,0 0 0,0 0 0,1 0 0,-1 1 0,1-1 0,0 0 0,-1 0 0,1 1 0,0-1 0,0 1 0,1-1 0,-1 1 0,0-1 0,1 1 0,0-1 0,-1 1 0,1 0 0,0-1 0,0 1 0,1-1 0,-1 1 0,0 0 0,1-1 0,0 1 0,0 2 0,0-4-68,-1 0 0,1 1-1,-1-1 1,1 0 0,0 0 0,0 0-1,-1 1 1,1-1 0,0 0 0,0 0-1,0 0 1,0 0 0,0 0 0,0-1-1,0 1 1,0 0 0,1 0-1,-1-1 1,2 1 0,7 1-6758</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315118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56939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64188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8725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D68DF9-9F82-4552-9B46-0E3F99EEAE48}" type="datetimeFigureOut">
              <a:rPr lang="el-GR" smtClean="0"/>
              <a:t>27/4/2026</a:t>
            </a:fld>
            <a:endParaRPr lang="el-GR"/>
          </a:p>
        </p:txBody>
      </p:sp>
      <p:sp>
        <p:nvSpPr>
          <p:cNvPr id="8" name="Footer Placeholder 7"/>
          <p:cNvSpPr>
            <a:spLocks noGrp="1"/>
          </p:cNvSpPr>
          <p:nvPr>
            <p:ph type="ftr" sz="quarter" idx="11"/>
          </p:nvPr>
        </p:nvSpPr>
        <p:spPr/>
        <p:txBody>
          <a:bodyPr/>
          <a:lstStyle/>
          <a:p>
            <a:endParaRPr lang="el-G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87193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D68DF9-9F82-4552-9B46-0E3F99EEAE48}" type="datetimeFigureOut">
              <a:rPr lang="el-GR" smtClean="0"/>
              <a:t>27/4/2026</a:t>
            </a:fld>
            <a:endParaRPr lang="el-GR"/>
          </a:p>
        </p:txBody>
      </p:sp>
      <p:sp>
        <p:nvSpPr>
          <p:cNvPr id="4" name="Footer Placeholder 3"/>
          <p:cNvSpPr>
            <a:spLocks noGrp="1"/>
          </p:cNvSpPr>
          <p:nvPr>
            <p:ph type="ftr" sz="quarter" idx="11"/>
          </p:nvPr>
        </p:nvSpPr>
        <p:spPr/>
        <p:txBody>
          <a:bodyPr/>
          <a:lstStyle/>
          <a:p>
            <a:endParaRPr lang="el-G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25540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68DF9-9F82-4552-9B46-0E3F99EEAE48}" type="datetimeFigureOut">
              <a:rPr lang="el-GR" smtClean="0"/>
              <a:t>27/4/2026</a:t>
            </a:fld>
            <a:endParaRPr lang="el-GR"/>
          </a:p>
        </p:txBody>
      </p:sp>
      <p:sp>
        <p:nvSpPr>
          <p:cNvPr id="3" name="Footer Placeholder 2"/>
          <p:cNvSpPr>
            <a:spLocks noGrp="1"/>
          </p:cNvSpPr>
          <p:nvPr>
            <p:ph type="ftr" sz="quarter" idx="11"/>
          </p:nvPr>
        </p:nvSpPr>
        <p:spPr/>
        <p:txBody>
          <a:bodyPr/>
          <a:lstStyle/>
          <a:p>
            <a:endParaRPr lang="el-G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00237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89278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41063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59120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66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62405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8576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27/4/2026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14685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85462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27/4/2026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88277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6D68DF9-9F82-4552-9B46-0E3F99EEAE48}" type="datetimeFigureOut">
              <a:rPr lang="el-GR" smtClean="0"/>
              <a:t>27/4/2026</a:t>
            </a:fld>
            <a:endParaRPr lang="el-G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l-G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32478D3-29BE-4905-8122-424F978AC7B3}" type="slidenum">
              <a:rPr lang="el-GR" smtClean="0"/>
              <a:t>‹#›</a:t>
            </a:fld>
            <a:endParaRPr lang="el-GR"/>
          </a:p>
        </p:txBody>
      </p:sp>
    </p:spTree>
    <p:extLst>
      <p:ext uri="{BB962C8B-B14F-4D97-AF65-F5344CB8AC3E}">
        <p14:creationId xmlns:p14="http://schemas.microsoft.com/office/powerpoint/2010/main" val="511815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6.xml"/><Relationship Id="rId18" Type="http://schemas.openxmlformats.org/officeDocument/2006/relationships/image" Target="../media/image9.png"/><Relationship Id="rId26" Type="http://schemas.openxmlformats.org/officeDocument/2006/relationships/image" Target="../media/image13.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6.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image" Target="../media/image1.png"/><Relationship Id="rId16" Type="http://schemas.openxmlformats.org/officeDocument/2006/relationships/image" Target="../media/image8.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customXml" Target="../ink/ink5.xml"/><Relationship Id="rId24" Type="http://schemas.openxmlformats.org/officeDocument/2006/relationships/image" Target="../media/image12.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4.png"/><Relationship Id="rId10" Type="http://schemas.openxmlformats.org/officeDocument/2006/relationships/image" Target="../media/image5.png"/><Relationship Id="rId19" Type="http://schemas.openxmlformats.org/officeDocument/2006/relationships/customXml" Target="../ink/ink9.xml"/><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image" Target="../media/image7.png"/><Relationship Id="rId22" Type="http://schemas.openxmlformats.org/officeDocument/2006/relationships/image" Target="../media/image11.png"/><Relationship Id="rId27" Type="http://schemas.openxmlformats.org/officeDocument/2006/relationships/customXml" Target="../ink/ink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D618-8D58-F1A8-C962-968DE28B7BF2}"/>
              </a:ext>
            </a:extLst>
          </p:cNvPr>
          <p:cNvSpPr>
            <a:spLocks noGrp="1"/>
          </p:cNvSpPr>
          <p:nvPr>
            <p:ph type="ctrTitle"/>
          </p:nvPr>
        </p:nvSpPr>
        <p:spPr>
          <a:xfrm>
            <a:off x="1486619" y="84066"/>
            <a:ext cx="9218762" cy="3139027"/>
          </a:xfrm>
        </p:spPr>
        <p:txBody>
          <a:bodyPr>
            <a:normAutofit/>
          </a:bodyPr>
          <a:lstStyle/>
          <a:p>
            <a:r>
              <a:rPr lang="el-GR" sz="3600" dirty="0">
                <a:solidFill>
                  <a:schemeClr val="accent1"/>
                </a:solidFill>
                <a:latin typeface="Times New Roman" panose="02020603050405020304" pitchFamily="18" charset="0"/>
                <a:cs typeface="Times New Roman" panose="02020603050405020304" pitchFamily="18" charset="0"/>
              </a:rPr>
              <a:t>ΜΠΟΡΟΥΜΕ ΜΕ ΜΙΑ ΙΔΙΟΚΑΤΑΣΚΕΥΗ ΝΑ ΜΕΤΡΗΣΟΥΜΕ ΤΟΝ ΧΡΟΝΟ ΠΟΥ ΧΡΕΙΑΖΕΤΑΙ ΤΟ ΦΩΣ ΚΑΙ Ο ΗΧΟΣ ΓΙΑ ΝΑ ΚΑΛΥΨΕΙ 80</a:t>
            </a:r>
            <a:r>
              <a:rPr lang="en-US" sz="3600" dirty="0">
                <a:solidFill>
                  <a:schemeClr val="accent1"/>
                </a:solidFill>
                <a:latin typeface="Times New Roman" panose="02020603050405020304" pitchFamily="18" charset="0"/>
                <a:cs typeface="Times New Roman" panose="02020603050405020304" pitchFamily="18" charset="0"/>
              </a:rPr>
              <a:t>cm</a:t>
            </a:r>
            <a:r>
              <a:rPr lang="el-GR" sz="3600" dirty="0">
                <a:solidFill>
                  <a:schemeClr val="accent1"/>
                </a:solidFill>
                <a:latin typeface="Times New Roman" panose="02020603050405020304" pitchFamily="18" charset="0"/>
                <a:cs typeface="Times New Roman" panose="02020603050405020304" pitchFamily="18" charset="0"/>
              </a:rPr>
              <a:t> </a:t>
            </a:r>
            <a:r>
              <a:rPr lang="en-US" sz="3600" dirty="0">
                <a:solidFill>
                  <a:schemeClr val="accent1"/>
                </a:solidFill>
                <a:latin typeface="Times New Roman" panose="02020603050405020304" pitchFamily="18" charset="0"/>
                <a:cs typeface="Times New Roman" panose="02020603050405020304" pitchFamily="18" charset="0"/>
              </a:rPr>
              <a:t> </a:t>
            </a:r>
            <a:r>
              <a:rPr lang="el-GR" sz="3600" dirty="0">
                <a:solidFill>
                  <a:schemeClr val="accent1"/>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D2121BE-532F-3309-8717-A0E9CB580412}"/>
              </a:ext>
            </a:extLst>
          </p:cNvPr>
          <p:cNvSpPr>
            <a:spLocks noGrp="1"/>
          </p:cNvSpPr>
          <p:nvPr>
            <p:ph type="subTitle" idx="1"/>
          </p:nvPr>
        </p:nvSpPr>
        <p:spPr>
          <a:xfrm>
            <a:off x="1847067" y="3815602"/>
            <a:ext cx="10344933" cy="2142545"/>
          </a:xfrm>
        </p:spPr>
        <p:txBody>
          <a:bodyPr>
            <a:noAutofit/>
          </a:bodyPr>
          <a:lstStyle/>
          <a:p>
            <a:r>
              <a:rPr lang="el-GR" sz="2400" dirty="0">
                <a:solidFill>
                  <a:srgbClr val="0070C0"/>
                </a:solidFill>
              </a:rPr>
              <a:t>Έχοντας υπόψη ότι ο ήχος (&amp; ο υπέρηχος ) έχει ταχύτητα 343 </a:t>
            </a:r>
            <a:r>
              <a:rPr lang="en-US" sz="2400" dirty="0">
                <a:solidFill>
                  <a:srgbClr val="0070C0"/>
                </a:solidFill>
              </a:rPr>
              <a:t>m/s </a:t>
            </a:r>
            <a:r>
              <a:rPr lang="el-GR" sz="2400" dirty="0">
                <a:solidFill>
                  <a:srgbClr val="0070C0"/>
                </a:solidFill>
              </a:rPr>
              <a:t> στους 20 βαθμούς κελσίου στον αέρα και το φως 300000000 </a:t>
            </a:r>
            <a:r>
              <a:rPr lang="en-US" sz="2400" dirty="0">
                <a:solidFill>
                  <a:srgbClr val="0070C0"/>
                </a:solidFill>
              </a:rPr>
              <a:t>m/s</a:t>
            </a:r>
            <a:r>
              <a:rPr lang="el-GR" sz="2400" dirty="0">
                <a:solidFill>
                  <a:srgbClr val="0070C0"/>
                </a:solidFill>
              </a:rPr>
              <a:t>. ‘Αρα  τα 80</a:t>
            </a:r>
            <a:r>
              <a:rPr lang="en-US" sz="2400" dirty="0">
                <a:solidFill>
                  <a:srgbClr val="0070C0"/>
                </a:solidFill>
              </a:rPr>
              <a:t>cm </a:t>
            </a:r>
            <a:r>
              <a:rPr lang="el-GR" sz="2400" dirty="0">
                <a:solidFill>
                  <a:srgbClr val="0070C0"/>
                </a:solidFill>
              </a:rPr>
              <a:t>τα καλύπτει ο ήχος σε περίπου 0,002332 δευτερόλεπτα ενώ το φως σε 0,00000000266 δευτερόλεπτα =&gt; ασύληπτα μικρό χρονικό διάστημα , άρα δύσκολο ναι μεν αλλά όχι ακατόρθωτο!!!</a:t>
            </a:r>
          </a:p>
        </p:txBody>
      </p:sp>
      <p:sp>
        <p:nvSpPr>
          <p:cNvPr id="4" name="TextBox 3">
            <a:extLst>
              <a:ext uri="{FF2B5EF4-FFF2-40B4-BE49-F238E27FC236}">
                <a16:creationId xmlns:a16="http://schemas.microsoft.com/office/drawing/2014/main" id="{9F49403E-E4E7-46DF-4C2A-F35F2E4B3652}"/>
              </a:ext>
            </a:extLst>
          </p:cNvPr>
          <p:cNvSpPr txBox="1"/>
          <p:nvPr/>
        </p:nvSpPr>
        <p:spPr>
          <a:xfrm>
            <a:off x="1712259" y="6293224"/>
            <a:ext cx="9672917" cy="369332"/>
          </a:xfrm>
          <a:prstGeom prst="rect">
            <a:avLst/>
          </a:prstGeom>
          <a:noFill/>
        </p:spPr>
        <p:txBody>
          <a:bodyPr wrap="square" rtlCol="0">
            <a:spAutoFit/>
          </a:bodyPr>
          <a:lstStyle/>
          <a:p>
            <a:r>
              <a:rPr lang="el-GR" dirty="0"/>
              <a:t>                                              </a:t>
            </a:r>
            <a:r>
              <a:rPr lang="el-GR" b="1" dirty="0"/>
              <a:t>ΓΕΛ ΝΕΑΣ ΚΥΔΩΝΙΑΣ</a:t>
            </a:r>
          </a:p>
        </p:txBody>
      </p:sp>
    </p:spTree>
    <p:extLst>
      <p:ext uri="{BB962C8B-B14F-4D97-AF65-F5344CB8AC3E}">
        <p14:creationId xmlns:p14="http://schemas.microsoft.com/office/powerpoint/2010/main" val="3660824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2495-B62C-948C-AE08-246D486D0631}"/>
              </a:ext>
            </a:extLst>
          </p:cNvPr>
          <p:cNvSpPr>
            <a:spLocks noGrp="1"/>
          </p:cNvSpPr>
          <p:nvPr>
            <p:ph type="title"/>
          </p:nvPr>
        </p:nvSpPr>
        <p:spPr>
          <a:xfrm>
            <a:off x="1640542" y="125505"/>
            <a:ext cx="10228730" cy="2160495"/>
          </a:xfrm>
        </p:spPr>
        <p:txBody>
          <a:bodyPr>
            <a:normAutofit fontScale="90000"/>
          </a:bodyPr>
          <a:lstStyle/>
          <a:p>
            <a:r>
              <a:rPr lang="el-GR" sz="3100" dirty="0"/>
              <a:t>ΕΡΓΟ ΤΩΝ ΜΑΘΗΤΩΝ ΤΗΣ Α ΛΥΚΕΙΟΥ ΤΟΥ ΓΕΛ ΝΕΑΣ ΚΥΔΩΝΙΑΣ</a:t>
            </a:r>
            <a:br>
              <a:rPr lang="el-GR" sz="3100" dirty="0"/>
            </a:br>
            <a:r>
              <a:rPr lang="el-GR" sz="3100" dirty="0"/>
              <a:t>Κασσελάκης Αντώνης ,Καρανάσος Ηλίας ,Γαροφαλάκη Κωνσταντίνα και Χούπι Λαντίμιρ</a:t>
            </a:r>
            <a:br>
              <a:rPr lang="el-GR" sz="3100" dirty="0"/>
            </a:br>
            <a:r>
              <a:rPr lang="el-GR" sz="3100" dirty="0"/>
              <a:t>Υπεύθυνος καθηγητής : Νεκτάριος Κουράκης</a:t>
            </a:r>
            <a:br>
              <a:rPr lang="el-GR" dirty="0"/>
            </a:br>
            <a:endParaRPr lang="el-GR" dirty="0"/>
          </a:p>
        </p:txBody>
      </p:sp>
      <p:sp>
        <p:nvSpPr>
          <p:cNvPr id="3" name="Content Placeholder 2">
            <a:extLst>
              <a:ext uri="{FF2B5EF4-FFF2-40B4-BE49-F238E27FC236}">
                <a16:creationId xmlns:a16="http://schemas.microsoft.com/office/drawing/2014/main" id="{820F0E8F-2C24-87AA-B723-27698F77295C}"/>
              </a:ext>
            </a:extLst>
          </p:cNvPr>
          <p:cNvSpPr>
            <a:spLocks noGrp="1"/>
          </p:cNvSpPr>
          <p:nvPr>
            <p:ph idx="1"/>
          </p:nvPr>
        </p:nvSpPr>
        <p:spPr>
          <a:xfrm>
            <a:off x="2033400" y="2572871"/>
            <a:ext cx="9835872" cy="3777622"/>
          </a:xfrm>
        </p:spPr>
        <p:txBody>
          <a:bodyPr/>
          <a:lstStyle/>
          <a:p>
            <a:r>
              <a:rPr lang="el-GR" sz="2400" b="1" dirty="0">
                <a:solidFill>
                  <a:schemeClr val="accent1"/>
                </a:solidFill>
              </a:rPr>
              <a:t>ΤΙΤΛΟΣ :  ΒΛΕΠΩ ΜΕ ΤΟΝ ΥΠΕΡΗΧΟ ΚΑΙ ΜΑΘΑΙΝΩ ΜΕ ΤΟ ΦΩΣ</a:t>
            </a:r>
          </a:p>
          <a:p>
            <a:endParaRPr lang="el-GR" dirty="0"/>
          </a:p>
        </p:txBody>
      </p:sp>
    </p:spTree>
    <p:extLst>
      <p:ext uri="{BB962C8B-B14F-4D97-AF65-F5344CB8AC3E}">
        <p14:creationId xmlns:p14="http://schemas.microsoft.com/office/powerpoint/2010/main" val="793119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0DB88-E061-1EE1-6E3E-6C4A28AA90EB}"/>
              </a:ext>
            </a:extLst>
          </p:cNvPr>
          <p:cNvSpPr>
            <a:spLocks noGrp="1"/>
          </p:cNvSpPr>
          <p:nvPr>
            <p:ph idx="1"/>
          </p:nvPr>
        </p:nvSpPr>
        <p:spPr>
          <a:xfrm>
            <a:off x="1700691" y="296173"/>
            <a:ext cx="10410796" cy="3777622"/>
          </a:xfrm>
        </p:spPr>
        <p:txBody>
          <a:bodyPr>
            <a:normAutofit fontScale="92500" lnSpcReduction="10000"/>
          </a:bodyPr>
          <a:lstStyle/>
          <a:p>
            <a:r>
              <a:rPr lang="el-GR" sz="2400" dirty="0">
                <a:solidFill>
                  <a:schemeClr val="accent1"/>
                </a:solidFill>
              </a:rPr>
              <a:t>Με την βοήθεια  κατάλληλων αισθητήρων δημιουργήσαμε ένα εργαστηριακό εργαλείο που αναδεικνύει την συμπεριφορά των υπερηχητικών κυμάτων στον αέρα και στο νερό δείχνοντας τους παράγοντες από τους οποίους εξαρτάται. Παράλληλα  μελετήσαμε τον τρόπο με τον οποίο τα δελφίνια  βλέπουν με τον υπέρηχο και αντιλαμβάνονται το υποθαλάσσιο περιβάλλον. Όμοια ανιχνεύουμε την συμπεριφορά του φωτός (ορατού ή υπέρυθρου)  και την ταχύτητά του  (</a:t>
            </a:r>
            <a:r>
              <a:rPr lang="en-US" sz="2400" dirty="0">
                <a:solidFill>
                  <a:schemeClr val="accent1"/>
                </a:solidFill>
              </a:rPr>
              <a:t>TOF</a:t>
            </a:r>
            <a:r>
              <a:rPr lang="el-GR" sz="2400" dirty="0">
                <a:solidFill>
                  <a:schemeClr val="accent1"/>
                </a:solidFill>
              </a:rPr>
              <a:t>).</a:t>
            </a:r>
            <a:r>
              <a:rPr lang="el-GR" dirty="0"/>
              <a:t> </a:t>
            </a:r>
            <a:r>
              <a:rPr lang="el-GR" sz="2600" dirty="0">
                <a:solidFill>
                  <a:schemeClr val="accent1"/>
                </a:solidFill>
              </a:rPr>
              <a:t>Και </a:t>
            </a:r>
            <a:r>
              <a:rPr lang="el-GR" sz="2600" b="1" u="sng" dirty="0">
                <a:solidFill>
                  <a:schemeClr val="accent1"/>
                </a:solidFill>
              </a:rPr>
              <a:t>εξαιτίας του γεγονότος ότι ο χρόνος μετράει</a:t>
            </a:r>
            <a:r>
              <a:rPr lang="el-GR" sz="2600" dirty="0">
                <a:solidFill>
                  <a:schemeClr val="accent1"/>
                </a:solidFill>
              </a:rPr>
              <a:t> , θα δούμε την τεράστια χρονική διαφορά κάλυψης μιας συγκεκριμένης απόστασης από τον ήχο και από το φως ΠΕΙΡΑΜΑΤΙΚΆ</a:t>
            </a:r>
            <a:r>
              <a:rPr lang="el-GR" dirty="0"/>
              <a:t>.</a:t>
            </a:r>
          </a:p>
          <a:p>
            <a:r>
              <a:rPr lang="el-GR" sz="2200" b="1" dirty="0"/>
              <a:t>Ήχος:</a:t>
            </a:r>
          </a:p>
          <a:p>
            <a:endParaRPr lang="el-GR" sz="2400" dirty="0">
              <a:solidFill>
                <a:schemeClr val="accent1"/>
              </a:solidFill>
            </a:endParaRPr>
          </a:p>
          <a:p>
            <a:endParaRPr lang="el-GR" dirty="0"/>
          </a:p>
        </p:txBody>
      </p:sp>
      <p:pic>
        <p:nvPicPr>
          <p:cNvPr id="4" name="Picture 3">
            <a:extLst>
              <a:ext uri="{FF2B5EF4-FFF2-40B4-BE49-F238E27FC236}">
                <a16:creationId xmlns:a16="http://schemas.microsoft.com/office/drawing/2014/main" id="{8B1F68C7-8F26-C617-1DAA-66579CC2AD5B}"/>
              </a:ext>
            </a:extLst>
          </p:cNvPr>
          <p:cNvPicPr>
            <a:picLocks noChangeAspect="1"/>
          </p:cNvPicPr>
          <p:nvPr/>
        </p:nvPicPr>
        <p:blipFill>
          <a:blip r:embed="rId2"/>
          <a:stretch>
            <a:fillRect/>
          </a:stretch>
        </p:blipFill>
        <p:spPr>
          <a:xfrm>
            <a:off x="1090893" y="4237469"/>
            <a:ext cx="10796305" cy="410393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0213D0F-7012-FA73-B945-6CA8D81D4EAC}"/>
                  </a:ext>
                </a:extLst>
              </p14:cNvPr>
              <p14:cNvContentPartPr/>
              <p14:nvPr/>
            </p14:nvContentPartPr>
            <p14:xfrm>
              <a:off x="1733943" y="4673337"/>
              <a:ext cx="95040" cy="122400"/>
            </p14:xfrm>
          </p:contentPart>
        </mc:Choice>
        <mc:Fallback xmlns="">
          <p:pic>
            <p:nvPicPr>
              <p:cNvPr id="5" name="Ink 4">
                <a:extLst>
                  <a:ext uri="{FF2B5EF4-FFF2-40B4-BE49-F238E27FC236}">
                    <a16:creationId xmlns:a16="http://schemas.microsoft.com/office/drawing/2014/main" id="{40213D0F-7012-FA73-B945-6CA8D81D4EAC}"/>
                  </a:ext>
                </a:extLst>
              </p:cNvPr>
              <p:cNvPicPr/>
              <p:nvPr/>
            </p:nvPicPr>
            <p:blipFill>
              <a:blip r:embed="rId4"/>
              <a:stretch>
                <a:fillRect/>
              </a:stretch>
            </p:blipFill>
            <p:spPr>
              <a:xfrm>
                <a:off x="1724943" y="4664697"/>
                <a:ext cx="112680" cy="140040"/>
              </a:xfrm>
              <a:prstGeom prst="rect">
                <a:avLst/>
              </a:prstGeom>
            </p:spPr>
          </p:pic>
        </mc:Fallback>
      </mc:AlternateContent>
      <p:grpSp>
        <p:nvGrpSpPr>
          <p:cNvPr id="14" name="Group 13">
            <a:extLst>
              <a:ext uri="{FF2B5EF4-FFF2-40B4-BE49-F238E27FC236}">
                <a16:creationId xmlns:a16="http://schemas.microsoft.com/office/drawing/2014/main" id="{08EF0C99-0E91-FC59-E82A-537F73338FFF}"/>
              </a:ext>
            </a:extLst>
          </p:cNvPr>
          <p:cNvGrpSpPr/>
          <p:nvPr/>
        </p:nvGrpSpPr>
        <p:grpSpPr>
          <a:xfrm>
            <a:off x="1915743" y="4666497"/>
            <a:ext cx="534600" cy="203040"/>
            <a:chOff x="1915743" y="4666497"/>
            <a:chExt cx="534600" cy="20304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23398CDB-DEFE-F664-2140-AB40E4B2CBBC}"/>
                    </a:ext>
                  </a:extLst>
                </p14:cNvPr>
                <p14:cNvContentPartPr/>
                <p14:nvPr/>
              </p14:nvContentPartPr>
              <p14:xfrm>
                <a:off x="1915743" y="4666497"/>
                <a:ext cx="107640" cy="122400"/>
              </p14:xfrm>
            </p:contentPart>
          </mc:Choice>
          <mc:Fallback xmlns="">
            <p:pic>
              <p:nvPicPr>
                <p:cNvPr id="8" name="Ink 7">
                  <a:extLst>
                    <a:ext uri="{FF2B5EF4-FFF2-40B4-BE49-F238E27FC236}">
                      <a16:creationId xmlns:a16="http://schemas.microsoft.com/office/drawing/2014/main" id="{23398CDB-DEFE-F664-2140-AB40E4B2CBBC}"/>
                    </a:ext>
                  </a:extLst>
                </p:cNvPr>
                <p:cNvPicPr/>
                <p:nvPr/>
              </p:nvPicPr>
              <p:blipFill>
                <a:blip r:embed="rId6"/>
                <a:stretch>
                  <a:fillRect/>
                </a:stretch>
              </p:blipFill>
              <p:spPr>
                <a:xfrm>
                  <a:off x="1906743" y="4657857"/>
                  <a:ext cx="1252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E000E17-ECB8-B4EA-8972-65B85FD85720}"/>
                    </a:ext>
                  </a:extLst>
                </p14:cNvPr>
                <p14:cNvContentPartPr/>
                <p14:nvPr/>
              </p14:nvContentPartPr>
              <p14:xfrm>
                <a:off x="2096103" y="4683777"/>
                <a:ext cx="202680" cy="142200"/>
              </p14:xfrm>
            </p:contentPart>
          </mc:Choice>
          <mc:Fallback xmlns="">
            <p:pic>
              <p:nvPicPr>
                <p:cNvPr id="9" name="Ink 8">
                  <a:extLst>
                    <a:ext uri="{FF2B5EF4-FFF2-40B4-BE49-F238E27FC236}">
                      <a16:creationId xmlns:a16="http://schemas.microsoft.com/office/drawing/2014/main" id="{2E000E17-ECB8-B4EA-8972-65B85FD85720}"/>
                    </a:ext>
                  </a:extLst>
                </p:cNvPr>
                <p:cNvPicPr/>
                <p:nvPr/>
              </p:nvPicPr>
              <p:blipFill>
                <a:blip r:embed="rId8"/>
                <a:stretch>
                  <a:fillRect/>
                </a:stretch>
              </p:blipFill>
              <p:spPr>
                <a:xfrm>
                  <a:off x="2087463" y="4675137"/>
                  <a:ext cx="2203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EC151A06-C072-664F-C28A-D529ECDE668E}"/>
                    </a:ext>
                  </a:extLst>
                </p14:cNvPr>
                <p14:cNvContentPartPr/>
                <p14:nvPr/>
              </p14:nvContentPartPr>
              <p14:xfrm>
                <a:off x="2073063" y="4692777"/>
                <a:ext cx="161280" cy="176760"/>
              </p14:xfrm>
            </p:contentPart>
          </mc:Choice>
          <mc:Fallback xmlns="">
            <p:pic>
              <p:nvPicPr>
                <p:cNvPr id="11" name="Ink 10">
                  <a:extLst>
                    <a:ext uri="{FF2B5EF4-FFF2-40B4-BE49-F238E27FC236}">
                      <a16:creationId xmlns:a16="http://schemas.microsoft.com/office/drawing/2014/main" id="{EC151A06-C072-664F-C28A-D529ECDE668E}"/>
                    </a:ext>
                  </a:extLst>
                </p:cNvPr>
                <p:cNvPicPr/>
                <p:nvPr/>
              </p:nvPicPr>
              <p:blipFill>
                <a:blip r:embed="rId10"/>
                <a:stretch>
                  <a:fillRect/>
                </a:stretch>
              </p:blipFill>
              <p:spPr>
                <a:xfrm>
                  <a:off x="2064423" y="4683777"/>
                  <a:ext cx="1789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9EC4DFB0-05D0-B757-8802-92CEC4DCB78E}"/>
                    </a:ext>
                  </a:extLst>
                </p14:cNvPr>
                <p14:cNvContentPartPr/>
                <p14:nvPr/>
              </p14:nvContentPartPr>
              <p14:xfrm>
                <a:off x="2355663" y="4692777"/>
                <a:ext cx="94680" cy="79920"/>
              </p14:xfrm>
            </p:contentPart>
          </mc:Choice>
          <mc:Fallback xmlns="">
            <p:pic>
              <p:nvPicPr>
                <p:cNvPr id="13" name="Ink 12">
                  <a:extLst>
                    <a:ext uri="{FF2B5EF4-FFF2-40B4-BE49-F238E27FC236}">
                      <a16:creationId xmlns:a16="http://schemas.microsoft.com/office/drawing/2014/main" id="{9EC4DFB0-05D0-B757-8802-92CEC4DCB78E}"/>
                    </a:ext>
                  </a:extLst>
                </p:cNvPr>
                <p:cNvPicPr/>
                <p:nvPr/>
              </p:nvPicPr>
              <p:blipFill>
                <a:blip r:embed="rId12"/>
                <a:stretch>
                  <a:fillRect/>
                </a:stretch>
              </p:blipFill>
              <p:spPr>
                <a:xfrm>
                  <a:off x="2347023" y="4683777"/>
                  <a:ext cx="112320" cy="97560"/>
                </a:xfrm>
                <a:prstGeom prst="rect">
                  <a:avLst/>
                </a:prstGeom>
              </p:spPr>
            </p:pic>
          </mc:Fallback>
        </mc:AlternateContent>
      </p:grpSp>
      <p:grpSp>
        <p:nvGrpSpPr>
          <p:cNvPr id="17" name="Group 16">
            <a:extLst>
              <a:ext uri="{FF2B5EF4-FFF2-40B4-BE49-F238E27FC236}">
                <a16:creationId xmlns:a16="http://schemas.microsoft.com/office/drawing/2014/main" id="{CDDAA9E9-78EC-A790-FF44-BF3179A61A6A}"/>
              </a:ext>
            </a:extLst>
          </p:cNvPr>
          <p:cNvGrpSpPr/>
          <p:nvPr/>
        </p:nvGrpSpPr>
        <p:grpSpPr>
          <a:xfrm>
            <a:off x="2442783" y="4571817"/>
            <a:ext cx="7560" cy="26280"/>
            <a:chOff x="2442783" y="4571817"/>
            <a:chExt cx="7560" cy="26280"/>
          </a:xfrm>
        </p:grpSpPr>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B4307A04-C81C-42BB-FB7C-1D0B1434DBAC}"/>
                    </a:ext>
                  </a:extLst>
                </p14:cNvPr>
                <p14:cNvContentPartPr/>
                <p14:nvPr/>
              </p14:nvContentPartPr>
              <p14:xfrm>
                <a:off x="2449983" y="4571817"/>
                <a:ext cx="360" cy="1800"/>
              </p14:xfrm>
            </p:contentPart>
          </mc:Choice>
          <mc:Fallback xmlns="">
            <p:pic>
              <p:nvPicPr>
                <p:cNvPr id="15" name="Ink 14">
                  <a:extLst>
                    <a:ext uri="{FF2B5EF4-FFF2-40B4-BE49-F238E27FC236}">
                      <a16:creationId xmlns:a16="http://schemas.microsoft.com/office/drawing/2014/main" id="{B4307A04-C81C-42BB-FB7C-1D0B1434DBAC}"/>
                    </a:ext>
                  </a:extLst>
                </p:cNvPr>
                <p:cNvPicPr/>
                <p:nvPr/>
              </p:nvPicPr>
              <p:blipFill>
                <a:blip r:embed="rId14"/>
                <a:stretch>
                  <a:fillRect/>
                </a:stretch>
              </p:blipFill>
              <p:spPr>
                <a:xfrm>
                  <a:off x="2440983" y="4562817"/>
                  <a:ext cx="180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DFF70E5B-D041-2C7D-5BC7-ECC82B85E9E7}"/>
                    </a:ext>
                  </a:extLst>
                </p14:cNvPr>
                <p14:cNvContentPartPr/>
                <p14:nvPr/>
              </p14:nvContentPartPr>
              <p14:xfrm>
                <a:off x="2442783" y="4589097"/>
                <a:ext cx="7200" cy="9000"/>
              </p14:xfrm>
            </p:contentPart>
          </mc:Choice>
          <mc:Fallback xmlns="">
            <p:pic>
              <p:nvPicPr>
                <p:cNvPr id="16" name="Ink 15">
                  <a:extLst>
                    <a:ext uri="{FF2B5EF4-FFF2-40B4-BE49-F238E27FC236}">
                      <a16:creationId xmlns:a16="http://schemas.microsoft.com/office/drawing/2014/main" id="{DFF70E5B-D041-2C7D-5BC7-ECC82B85E9E7}"/>
                    </a:ext>
                  </a:extLst>
                </p:cNvPr>
                <p:cNvPicPr/>
                <p:nvPr/>
              </p:nvPicPr>
              <p:blipFill>
                <a:blip r:embed="rId16"/>
                <a:stretch>
                  <a:fillRect/>
                </a:stretch>
              </p:blipFill>
              <p:spPr>
                <a:xfrm>
                  <a:off x="2434143" y="4580097"/>
                  <a:ext cx="24840" cy="2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E6A2BFC2-FFDC-E64A-0884-E185BE0C53E0}"/>
                  </a:ext>
                </a:extLst>
              </p14:cNvPr>
              <p14:cNvContentPartPr/>
              <p14:nvPr/>
            </p14:nvContentPartPr>
            <p14:xfrm>
              <a:off x="2544663" y="4700697"/>
              <a:ext cx="41400" cy="79560"/>
            </p14:xfrm>
          </p:contentPart>
        </mc:Choice>
        <mc:Fallback xmlns="">
          <p:pic>
            <p:nvPicPr>
              <p:cNvPr id="18" name="Ink 17">
                <a:extLst>
                  <a:ext uri="{FF2B5EF4-FFF2-40B4-BE49-F238E27FC236}">
                    <a16:creationId xmlns:a16="http://schemas.microsoft.com/office/drawing/2014/main" id="{E6A2BFC2-FFDC-E64A-0884-E185BE0C53E0}"/>
                  </a:ext>
                </a:extLst>
              </p:cNvPr>
              <p:cNvPicPr/>
              <p:nvPr/>
            </p:nvPicPr>
            <p:blipFill>
              <a:blip r:embed="rId18"/>
              <a:stretch>
                <a:fillRect/>
              </a:stretch>
            </p:blipFill>
            <p:spPr>
              <a:xfrm>
                <a:off x="2536023" y="4692057"/>
                <a:ext cx="590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8CEF837D-F1FE-A84A-1E1A-AFE2059D1881}"/>
                  </a:ext>
                </a:extLst>
              </p14:cNvPr>
              <p14:cNvContentPartPr/>
              <p14:nvPr/>
            </p14:nvContentPartPr>
            <p14:xfrm>
              <a:off x="2699823" y="4703937"/>
              <a:ext cx="104040" cy="75960"/>
            </p14:xfrm>
          </p:contentPart>
        </mc:Choice>
        <mc:Fallback xmlns="">
          <p:pic>
            <p:nvPicPr>
              <p:cNvPr id="19" name="Ink 18">
                <a:extLst>
                  <a:ext uri="{FF2B5EF4-FFF2-40B4-BE49-F238E27FC236}">
                    <a16:creationId xmlns:a16="http://schemas.microsoft.com/office/drawing/2014/main" id="{8CEF837D-F1FE-A84A-1E1A-AFE2059D1881}"/>
                  </a:ext>
                </a:extLst>
              </p:cNvPr>
              <p:cNvPicPr/>
              <p:nvPr/>
            </p:nvPicPr>
            <p:blipFill>
              <a:blip r:embed="rId20"/>
              <a:stretch>
                <a:fillRect/>
              </a:stretch>
            </p:blipFill>
            <p:spPr>
              <a:xfrm>
                <a:off x="2691183" y="4695297"/>
                <a:ext cx="1216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54479369-83D7-0411-1251-FB8CFEC4DABA}"/>
                  </a:ext>
                </a:extLst>
              </p14:cNvPr>
              <p14:cNvContentPartPr/>
              <p14:nvPr/>
            </p14:nvContentPartPr>
            <p14:xfrm>
              <a:off x="2898183" y="4683777"/>
              <a:ext cx="91800" cy="127800"/>
            </p14:xfrm>
          </p:contentPart>
        </mc:Choice>
        <mc:Fallback xmlns="">
          <p:pic>
            <p:nvPicPr>
              <p:cNvPr id="22" name="Ink 21">
                <a:extLst>
                  <a:ext uri="{FF2B5EF4-FFF2-40B4-BE49-F238E27FC236}">
                    <a16:creationId xmlns:a16="http://schemas.microsoft.com/office/drawing/2014/main" id="{54479369-83D7-0411-1251-FB8CFEC4DABA}"/>
                  </a:ext>
                </a:extLst>
              </p:cNvPr>
              <p:cNvPicPr/>
              <p:nvPr/>
            </p:nvPicPr>
            <p:blipFill>
              <a:blip r:embed="rId22"/>
              <a:stretch>
                <a:fillRect/>
              </a:stretch>
            </p:blipFill>
            <p:spPr>
              <a:xfrm>
                <a:off x="2889183" y="4675137"/>
                <a:ext cx="1094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a:extLst>
                  <a:ext uri="{FF2B5EF4-FFF2-40B4-BE49-F238E27FC236}">
                    <a16:creationId xmlns:a16="http://schemas.microsoft.com/office/drawing/2014/main" id="{C6423494-601C-DC6A-C651-411A1648BF1F}"/>
                  </a:ext>
                </a:extLst>
              </p14:cNvPr>
              <p14:cNvContentPartPr/>
              <p14:nvPr/>
            </p14:nvContentPartPr>
            <p14:xfrm>
              <a:off x="3071343" y="4726257"/>
              <a:ext cx="127080" cy="131760"/>
            </p14:xfrm>
          </p:contentPart>
        </mc:Choice>
        <mc:Fallback xmlns="">
          <p:pic>
            <p:nvPicPr>
              <p:cNvPr id="23" name="Ink 22">
                <a:extLst>
                  <a:ext uri="{FF2B5EF4-FFF2-40B4-BE49-F238E27FC236}">
                    <a16:creationId xmlns:a16="http://schemas.microsoft.com/office/drawing/2014/main" id="{C6423494-601C-DC6A-C651-411A1648BF1F}"/>
                  </a:ext>
                </a:extLst>
              </p:cNvPr>
              <p:cNvPicPr/>
              <p:nvPr/>
            </p:nvPicPr>
            <p:blipFill>
              <a:blip r:embed="rId24"/>
              <a:stretch>
                <a:fillRect/>
              </a:stretch>
            </p:blipFill>
            <p:spPr>
              <a:xfrm>
                <a:off x="3062343" y="4717617"/>
                <a:ext cx="1447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86D4960B-BF46-5DFA-DDCA-58D8E8EB1946}"/>
                  </a:ext>
                </a:extLst>
              </p14:cNvPr>
              <p14:cNvContentPartPr/>
              <p14:nvPr/>
            </p14:nvContentPartPr>
            <p14:xfrm>
              <a:off x="3375183" y="4736697"/>
              <a:ext cx="29880" cy="27360"/>
            </p14:xfrm>
          </p:contentPart>
        </mc:Choice>
        <mc:Fallback xmlns="">
          <p:pic>
            <p:nvPicPr>
              <p:cNvPr id="24" name="Ink 23">
                <a:extLst>
                  <a:ext uri="{FF2B5EF4-FFF2-40B4-BE49-F238E27FC236}">
                    <a16:creationId xmlns:a16="http://schemas.microsoft.com/office/drawing/2014/main" id="{86D4960B-BF46-5DFA-DDCA-58D8E8EB1946}"/>
                  </a:ext>
                </a:extLst>
              </p:cNvPr>
              <p:cNvPicPr/>
              <p:nvPr/>
            </p:nvPicPr>
            <p:blipFill>
              <a:blip r:embed="rId26"/>
              <a:stretch>
                <a:fillRect/>
              </a:stretch>
            </p:blipFill>
            <p:spPr>
              <a:xfrm>
                <a:off x="3366543" y="4728057"/>
                <a:ext cx="475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D990E389-F927-D823-ABD8-D1A57826E034}"/>
                  </a:ext>
                </a:extLst>
              </p14:cNvPr>
              <p14:cNvContentPartPr/>
              <p14:nvPr/>
            </p14:nvContentPartPr>
            <p14:xfrm>
              <a:off x="3354663" y="4839297"/>
              <a:ext cx="51480" cy="39960"/>
            </p14:xfrm>
          </p:contentPart>
        </mc:Choice>
        <mc:Fallback xmlns="">
          <p:pic>
            <p:nvPicPr>
              <p:cNvPr id="25" name="Ink 24">
                <a:extLst>
                  <a:ext uri="{FF2B5EF4-FFF2-40B4-BE49-F238E27FC236}">
                    <a16:creationId xmlns:a16="http://schemas.microsoft.com/office/drawing/2014/main" id="{D990E389-F927-D823-ABD8-D1A57826E034}"/>
                  </a:ext>
                </a:extLst>
              </p:cNvPr>
              <p:cNvPicPr/>
              <p:nvPr/>
            </p:nvPicPr>
            <p:blipFill>
              <a:blip r:embed="rId28"/>
              <a:stretch>
                <a:fillRect/>
              </a:stretch>
            </p:blipFill>
            <p:spPr>
              <a:xfrm>
                <a:off x="3345663" y="4830657"/>
                <a:ext cx="69120" cy="57600"/>
              </a:xfrm>
              <a:prstGeom prst="rect">
                <a:avLst/>
              </a:prstGeom>
            </p:spPr>
          </p:pic>
        </mc:Fallback>
      </mc:AlternateContent>
      <p:sp>
        <p:nvSpPr>
          <p:cNvPr id="28" name="TextBox 27">
            <a:extLst>
              <a:ext uri="{FF2B5EF4-FFF2-40B4-BE49-F238E27FC236}">
                <a16:creationId xmlns:a16="http://schemas.microsoft.com/office/drawing/2014/main" id="{D78C3FA2-EDBE-2551-0686-94C8350D4C32}"/>
              </a:ext>
            </a:extLst>
          </p:cNvPr>
          <p:cNvSpPr txBox="1"/>
          <p:nvPr/>
        </p:nvSpPr>
        <p:spPr>
          <a:xfrm>
            <a:off x="3354663" y="5141343"/>
            <a:ext cx="8016480" cy="707886"/>
          </a:xfrm>
          <a:prstGeom prst="rect">
            <a:avLst/>
          </a:prstGeom>
          <a:noFill/>
        </p:spPr>
        <p:txBody>
          <a:bodyPr wrap="square" rtlCol="0">
            <a:spAutoFit/>
          </a:bodyPr>
          <a:lstStyle/>
          <a:p>
            <a:r>
              <a:rPr lang="el-GR" dirty="0"/>
              <a:t>Ή προσεγγιστικά  </a:t>
            </a:r>
            <a:r>
              <a:rPr lang="el-GR" b="1" dirty="0"/>
              <a:t>υ</a:t>
            </a:r>
            <a:r>
              <a:rPr lang="el-GR" dirty="0"/>
              <a:t> = 330+0,6 </a:t>
            </a:r>
            <a:r>
              <a:rPr lang="el-GR" sz="2000" b="1" dirty="0"/>
              <a:t>Τ ( </a:t>
            </a:r>
            <a:r>
              <a:rPr lang="el-GR" sz="2000" dirty="0"/>
              <a:t>όπου Τ η θερμοκρασία σε Κέλβιν ) </a:t>
            </a:r>
            <a:r>
              <a:rPr lang="el-GR" sz="2000" u="sng" dirty="0"/>
              <a:t>η σχέση που αποδείξαμε </a:t>
            </a:r>
            <a:r>
              <a:rPr lang="el-GR" sz="2000" dirty="0"/>
              <a:t>!</a:t>
            </a:r>
          </a:p>
        </p:txBody>
      </p:sp>
    </p:spTree>
    <p:extLst>
      <p:ext uri="{BB962C8B-B14F-4D97-AF65-F5344CB8AC3E}">
        <p14:creationId xmlns:p14="http://schemas.microsoft.com/office/powerpoint/2010/main" val="357080998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45</TotalTime>
  <Words>242</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Century Gothic</vt:lpstr>
      <vt:lpstr>Times New Roman</vt:lpstr>
      <vt:lpstr>Wingdings 3</vt:lpstr>
      <vt:lpstr>Wisp</vt:lpstr>
      <vt:lpstr>ΜΠΟΡΟΥΜΕ ΜΕ ΜΙΑ ΙΔΙΟΚΑΤΑΣΚΕΥΗ ΝΑ ΜΕΤΡΗΣΟΥΜΕ ΤΟΝ ΧΡΟΝΟ ΠΟΥ ΧΡΕΙΑΖΕΤΑΙ ΤΟ ΦΩΣ ΚΑΙ Ο ΗΧΟΣ ΓΙΑ ΝΑ ΚΑΛΥΨΕΙ 80cm  ;</vt:lpstr>
      <vt:lpstr>ΕΡΓΟ ΤΩΝ ΜΑΘΗΤΩΝ ΤΗΣ Α ΛΥΚΕΙΟΥ ΤΟΥ ΓΕΛ ΝΕΑΣ ΚΥΔΩΝΙΑΣ Κασσελάκης Αντώνης ,Καρανάσος Ηλίας ,Γαροφαλάκη Κωνσταντίνα και Χούπι Λαντίμιρ Υπεύθυνος καθηγητής : Νεκτάριος Κουράκης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ΝΕΚΤΑΡΙΟΣ ΚΟΥΡΑΚΗΣ</dc:creator>
  <cp:lastModifiedBy>ΝΕΚΤΑΡΙΟΣ ΚΟΥΡΑΚΗΣ</cp:lastModifiedBy>
  <cp:revision>9</cp:revision>
  <dcterms:created xsi:type="dcterms:W3CDTF">2026-04-17T02:17:10Z</dcterms:created>
  <dcterms:modified xsi:type="dcterms:W3CDTF">2026-04-27T14:12:18Z</dcterms:modified>
</cp:coreProperties>
</file>